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254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72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62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9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7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38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6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33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28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361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39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46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77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28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0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0191D0-A888-4B98-A87C-86828BD7AEE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0EECA8E-59A1-4CAE-BCCD-17B91F56C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645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52B5EB-DD2F-BAAA-B2BF-F81B6F9631F4}"/>
              </a:ext>
            </a:extLst>
          </p:cNvPr>
          <p:cNvSpPr txBox="1"/>
          <p:nvPr/>
        </p:nvSpPr>
        <p:spPr>
          <a:xfrm>
            <a:off x="1794641" y="1652717"/>
            <a:ext cx="86027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business analytics tool developed by Microsoft for interactive data visualization and business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connect to multiple data sources, transform data, and create visual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report creation and modeling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Service (Cloud)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publishing and sharing reports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Mobile App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accessing dashboards on the 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raw data into actionable insights using visual analytics.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A14FF-DF00-E1F7-8173-91D56931354F}"/>
              </a:ext>
            </a:extLst>
          </p:cNvPr>
          <p:cNvSpPr txBox="1"/>
          <p:nvPr/>
        </p:nvSpPr>
        <p:spPr>
          <a:xfrm>
            <a:off x="2680138" y="68358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Power BI</a:t>
            </a:r>
          </a:p>
        </p:txBody>
      </p:sp>
    </p:spTree>
    <p:extLst>
      <p:ext uri="{BB962C8B-B14F-4D97-AF65-F5344CB8AC3E}">
        <p14:creationId xmlns:p14="http://schemas.microsoft.com/office/powerpoint/2010/main" val="978647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739BD-4DEC-6258-61AD-3453ABE7BD84}"/>
              </a:ext>
            </a:extLst>
          </p:cNvPr>
          <p:cNvSpPr txBox="1"/>
          <p:nvPr/>
        </p:nvSpPr>
        <p:spPr>
          <a:xfrm>
            <a:off x="1786759" y="2109300"/>
            <a:ext cx="86184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Excel, SQL Server, web APIs, cloud platforms (e.g., Azure, Google Analytics, etc.)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(ETL):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→ Transform → Load data into the model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into relationships between tables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Layer: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calculations and creates measures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and reports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 reports to Power BI Service for collaboration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FF4C7-59F5-B8C5-1851-8F1B7E64FEDA}"/>
              </a:ext>
            </a:extLst>
          </p:cNvPr>
          <p:cNvSpPr txBox="1"/>
          <p:nvPr/>
        </p:nvSpPr>
        <p:spPr>
          <a:xfrm>
            <a:off x="2764220" y="9031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4362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1ED80E-1743-0704-CC16-222E1173EDAA}"/>
              </a:ext>
            </a:extLst>
          </p:cNvPr>
          <p:cNvSpPr txBox="1"/>
          <p:nvPr/>
        </p:nvSpPr>
        <p:spPr>
          <a:xfrm>
            <a:off x="2070537" y="1905872"/>
            <a:ext cx="80509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report design tool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Service: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online platform for sharing dashboards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Mobile: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dashboards on smartphones/tablets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Gateway: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on-premise data sources to the Power BI Service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Report Server: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On-premise hosting for reports (for private networks)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Dataflow: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ETL and data preparation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5AC89-081E-7718-B3FB-29DC7D4970BF}"/>
              </a:ext>
            </a:extLst>
          </p:cNvPr>
          <p:cNvSpPr txBox="1"/>
          <p:nvPr/>
        </p:nvSpPr>
        <p:spPr>
          <a:xfrm>
            <a:off x="3689132" y="9048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Components</a:t>
            </a:r>
          </a:p>
        </p:txBody>
      </p:sp>
    </p:spTree>
    <p:extLst>
      <p:ext uri="{BB962C8B-B14F-4D97-AF65-F5344CB8AC3E}">
        <p14:creationId xmlns:p14="http://schemas.microsoft.com/office/powerpoint/2010/main" val="94521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2BC43-5BF4-C8AF-44DF-F1DB8F1E6C5D}"/>
              </a:ext>
            </a:extLst>
          </p:cNvPr>
          <p:cNvSpPr txBox="1"/>
          <p:nvPr/>
        </p:nvSpPr>
        <p:spPr>
          <a:xfrm>
            <a:off x="1828800" y="1704312"/>
            <a:ext cx="8534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select source (Excel, SQL, Web,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Editor helps clean and shape data (remove nulls, merge tables, rename columns).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relationships between tables using primary &amp; foreign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Schema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(Fact and Dimension tables)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hierarchies (e.g., Year → Month → Day) for drill-down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correct data types (Date, Number, 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8F68D-FD6A-4039-8F33-060C544C0EA0}"/>
              </a:ext>
            </a:extLst>
          </p:cNvPr>
          <p:cNvSpPr txBox="1"/>
          <p:nvPr/>
        </p:nvSpPr>
        <p:spPr>
          <a:xfrm>
            <a:off x="3615559" y="84104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Modeling</a:t>
            </a:r>
          </a:p>
        </p:txBody>
      </p:sp>
    </p:spTree>
    <p:extLst>
      <p:ext uri="{BB962C8B-B14F-4D97-AF65-F5344CB8AC3E}">
        <p14:creationId xmlns:p14="http://schemas.microsoft.com/office/powerpoint/2010/main" val="401816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723001-1C8D-675C-476B-51590B7EB54B}"/>
              </a:ext>
            </a:extLst>
          </p:cNvPr>
          <p:cNvSpPr txBox="1"/>
          <p:nvPr/>
        </p:nvSpPr>
        <p:spPr>
          <a:xfrm>
            <a:off x="2175640" y="1863832"/>
            <a:ext cx="82085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offers diverse visuals for data storytelling: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 &amp; KPIs: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key metrics (Sales, Profit, Growth)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&amp; Column Charts: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&amp; Area Charts: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trends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Pie/Donut Charts: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proportions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Geo-location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&amp; Matrices: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detailed numeric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TreeMap, Funnel, Waterfall: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visuals for hierarchy and process analysis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visuals can be imported from Microsoft AppSource.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BF708-CD1B-3ACB-4847-237B69DF93F7}"/>
              </a:ext>
            </a:extLst>
          </p:cNvPr>
          <p:cNvSpPr txBox="1"/>
          <p:nvPr/>
        </p:nvSpPr>
        <p:spPr>
          <a:xfrm>
            <a:off x="3584027" y="882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94497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F6D20-2B9A-0F16-8977-D7D5B929E8F1}"/>
              </a:ext>
            </a:extLst>
          </p:cNvPr>
          <p:cNvSpPr txBox="1"/>
          <p:nvPr/>
        </p:nvSpPr>
        <p:spPr>
          <a:xfrm>
            <a:off x="2204545" y="1874903"/>
            <a:ext cx="77829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formula language in Power BI used for creating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columns, measures, and tables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DAX Functions: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SUM(), AVERAGE(), COUNT(), MAX(), MIN()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Basic aggregations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CALCULATE()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Changes the filter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FILTER(), ALL(), VALUES()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Context and filter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INTELLIGENCE: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TOTALYTD(), SAMEPERIODLASTYEAR(), DATEADD()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F5E40-14B1-E026-8E10-3871E60E60CA}"/>
              </a:ext>
            </a:extLst>
          </p:cNvPr>
          <p:cNvSpPr txBox="1"/>
          <p:nvPr/>
        </p:nvSpPr>
        <p:spPr>
          <a:xfrm>
            <a:off x="2154621" y="798051"/>
            <a:ext cx="82611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DAX (Data Analysis Expressions)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5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0BAB0-8E95-116D-7A67-44E489DBFE16}"/>
              </a:ext>
            </a:extLst>
          </p:cNvPr>
          <p:cNvSpPr txBox="1"/>
          <p:nvPr/>
        </p:nvSpPr>
        <p:spPr>
          <a:xfrm>
            <a:off x="2490952" y="1702446"/>
            <a:ext cx="74518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Multi-page visualization document created in Power BI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tables, charts, slicers, KPIs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Single-page summary view (created in Power BI Service)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visuals from multiple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executives for monitoring KPIs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and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Drill-through and cross-filtering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visuals responding to user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60B82-4F78-8C9A-DF6A-1A303819C96A}"/>
              </a:ext>
            </a:extLst>
          </p:cNvPr>
          <p:cNvSpPr txBox="1"/>
          <p:nvPr/>
        </p:nvSpPr>
        <p:spPr>
          <a:xfrm>
            <a:off x="2816773" y="79805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Reports and Dashboards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88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2456BF-9DF0-B8AD-8373-0766984C0302}"/>
              </a:ext>
            </a:extLst>
          </p:cNvPr>
          <p:cNvSpPr txBox="1"/>
          <p:nvPr/>
        </p:nvSpPr>
        <p:spPr>
          <a:xfrm>
            <a:off x="2438400" y="1662271"/>
            <a:ext cx="81875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Options: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to Power BI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reports in Microsoft Teams, websites, or SharePoint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to Microsoft PowerPoint/Microsoft Excel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(Row-Level Security)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permissions and workspace access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Microsoft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interactive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 for business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6AC58-4B5B-7331-017E-1CFFAB78AE3D}"/>
              </a:ext>
            </a:extLst>
          </p:cNvPr>
          <p:cNvSpPr txBox="1"/>
          <p:nvPr/>
        </p:nvSpPr>
        <p:spPr>
          <a:xfrm>
            <a:off x="3252951" y="7875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Sharing, Security, and Benefits</a:t>
            </a:r>
          </a:p>
        </p:txBody>
      </p:sp>
    </p:spTree>
    <p:extLst>
      <p:ext uri="{BB962C8B-B14F-4D97-AF65-F5344CB8AC3E}">
        <p14:creationId xmlns:p14="http://schemas.microsoft.com/office/powerpoint/2010/main" val="1496863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</TotalTime>
  <Words>599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 Kumar V S</dc:creator>
  <cp:lastModifiedBy>Gokul Kumar V S</cp:lastModifiedBy>
  <cp:revision>1</cp:revision>
  <dcterms:created xsi:type="dcterms:W3CDTF">2026-02-17T08:19:10Z</dcterms:created>
  <dcterms:modified xsi:type="dcterms:W3CDTF">2026-02-17T08:20:16Z</dcterms:modified>
</cp:coreProperties>
</file>